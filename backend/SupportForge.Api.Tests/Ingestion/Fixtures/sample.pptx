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4a7a06a833844a1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e5324a4a85b4ac0"/>
  </p:sldMasterIdLst>
  <p:sldIdLst>
    <p:sldId xmlns:r="http://schemas.openxmlformats.org/officeDocument/2006/relationships" id="256" r:id="Racea6c7b39a64fe6"/>
    <p:sldId xmlns:r="http://schemas.openxmlformats.org/officeDocument/2006/relationships" id="257" r:id="R2be467d10a094f82"/>
  </p:sldIdLst>
  <p:sldSz cx="9144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/ppt/slides/slide1.xml" Id="Racea6c7b39a64fe6" /><Relationship Type="http://schemas.openxmlformats.org/officeDocument/2006/relationships/slide" Target="/ppt/slides/slide2.xml" Id="R2be467d10a094f82" /><Relationship Type="http://schemas.openxmlformats.org/officeDocument/2006/relationships/slideMaster" Target="/ppt/slideMasters/slideMaster1.xml" Id="R2e5324a4a85b4ac0" /></Relationships>
</file>

<file path=ppt/slideLayouts/slideLayout1.xml><?xml version="1.0" encoding="utf-8"?>
<p:sldLayout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25835ebd3b4ea8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sldLayoutIdLst>
    <p:sldLayoutId xmlns:r="http://schemas.openxmlformats.org/officeDocument/2006/relationships" id="2147483649" r:id="Rdf25835ebd3b4ea8"/>
  </p:sldLayoutIdLst>
</p:sldMaster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"/>
          <p:cNvSpPr/>
          <p:nvPr/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one content.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"/>
          <p:cNvSpPr/>
          <p:nvPr/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two content.</a:t>
            </a:r>
          </a:p>
        </p:txBody>
      </p:sp>
    </p:spTree>
  </p:cSld>
</p:sld>
</file>